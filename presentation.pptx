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6" y="2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B618E28-0D5E-47D8-9C2C-0A8A26D7B4DF}" type="datetime1">
              <a:rPr lang="ru-RU"/>
              <a:t>03.06.2026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‹#›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63329" y="209006"/>
            <a:ext cx="1323381" cy="36172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7286" y="118525"/>
            <a:ext cx="783447" cy="45456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99722" y="279206"/>
            <a:ext cx="933773" cy="13320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22484" y="209006"/>
            <a:ext cx="927457" cy="27360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68329" y="209006"/>
            <a:ext cx="1088612" cy="284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0FC2D7C-BD08-4E8D-81FB-B7126A57FEF9}" type="datetime1">
              <a:rPr lang="ru-RU"/>
              <a:t>03.06.2026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‹#›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760475" y="221437"/>
            <a:ext cx="1323381" cy="36172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24432" y="130956"/>
            <a:ext cx="783447" cy="45456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96868" y="291637"/>
            <a:ext cx="933773" cy="13320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19630" y="221437"/>
            <a:ext cx="927457" cy="27360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65475" y="221437"/>
            <a:ext cx="1088612" cy="284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E8F45C-D6FB-4947-BAB5-C8D126959F27}" type="datetime1">
              <a:rPr lang="ru-RU"/>
              <a:t>03.06.2026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‹#›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760475" y="221437"/>
            <a:ext cx="1323381" cy="36172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24432" y="130956"/>
            <a:ext cx="783447" cy="45456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96868" y="291637"/>
            <a:ext cx="933773" cy="13320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19630" y="221437"/>
            <a:ext cx="927457" cy="27360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65475" y="221437"/>
            <a:ext cx="1088612" cy="284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66AEFB2-ACA5-4A72-AAC1-C6F952E6C104}" type="datetime1">
              <a:rPr lang="ru-RU"/>
              <a:t>03.06.2026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‹#›</a:t>
            </a:fld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760475" y="221437"/>
            <a:ext cx="1323381" cy="361724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24432" y="130956"/>
            <a:ext cx="783447" cy="454563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96868" y="291637"/>
            <a:ext cx="933773" cy="13320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19630" y="221437"/>
            <a:ext cx="927457" cy="273600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65475" y="221437"/>
            <a:ext cx="1088612" cy="284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4B9A982-5645-43B9-84A1-905FB65FDC9E}" type="datetime1">
              <a:rPr lang="ru-RU"/>
              <a:t>03.06.2026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‹#›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760475" y="221437"/>
            <a:ext cx="1323381" cy="361724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24432" y="130956"/>
            <a:ext cx="783447" cy="454563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96868" y="291637"/>
            <a:ext cx="933773" cy="133200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19630" y="221437"/>
            <a:ext cx="927457" cy="273600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65475" y="221437"/>
            <a:ext cx="1088612" cy="284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B351DB-CC90-4EF1-B727-81968AB6A722}" type="datetime1">
              <a:rPr lang="ru-RU"/>
              <a:t>03.06.2026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‹#›</a:t>
            </a:fld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760475" y="221437"/>
            <a:ext cx="1323381" cy="36172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24432" y="130956"/>
            <a:ext cx="783447" cy="454563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96868" y="291637"/>
            <a:ext cx="933773" cy="13320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19630" y="221437"/>
            <a:ext cx="927457" cy="27360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65475" y="221437"/>
            <a:ext cx="1088612" cy="284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1A031DB-D346-4986-93C2-BC1ADF970FE5}" type="datetime1">
              <a:rPr lang="ru-RU"/>
              <a:t>03.06.2026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‹#›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760475" y="221437"/>
            <a:ext cx="1323381" cy="36172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24432" y="130956"/>
            <a:ext cx="783447" cy="454563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96868" y="291637"/>
            <a:ext cx="933773" cy="13320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19630" y="221437"/>
            <a:ext cx="927457" cy="27360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65475" y="221437"/>
            <a:ext cx="1088612" cy="284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9DBCAF6-18F4-4F9C-9CCF-3E506739B393}" type="datetime1">
              <a:rPr lang="ru-RU"/>
              <a:t>03.06.2026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44A2D6C-751F-4902-A10B-6D1BB14184D8}" type="datetime1">
              <a:rPr lang="ru-RU"/>
              <a:t>03.06.2026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‹#›</a:t>
            </a:fld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760475" y="221437"/>
            <a:ext cx="1323381" cy="361724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24432" y="130956"/>
            <a:ext cx="783447" cy="454563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96868" y="291637"/>
            <a:ext cx="933773" cy="13320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19630" y="221437"/>
            <a:ext cx="927457" cy="273600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65475" y="221437"/>
            <a:ext cx="1088612" cy="284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199DC5-DB7C-4D8D-9C1C-B3627CE70E71}" type="datetime1">
              <a:rPr lang="ru-RU"/>
              <a:t>03.06.2026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‹#›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760475" y="221437"/>
            <a:ext cx="1323381" cy="36172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24432" y="130956"/>
            <a:ext cx="783447" cy="45456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96868" y="291637"/>
            <a:ext cx="933773" cy="13320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19630" y="221437"/>
            <a:ext cx="927457" cy="27360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65475" y="221437"/>
            <a:ext cx="1088612" cy="284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593288B-1062-4A24-AFE1-BDB914941150}" type="datetime1">
              <a:rPr lang="ru-RU"/>
              <a:t>03.06.2026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‹#›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760475" y="221437"/>
            <a:ext cx="1323381" cy="36172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24432" y="130956"/>
            <a:ext cx="783447" cy="45456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96868" y="291637"/>
            <a:ext cx="933773" cy="13320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19630" y="221437"/>
            <a:ext cx="927457" cy="27360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65475" y="221437"/>
            <a:ext cx="1088612" cy="2844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560E26F-59BD-4CE3-9E55-A0DE13F72C05}" type="datetime1">
              <a:rPr lang="ru-RU"/>
              <a:t>03.06.2026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DD57A2A-95A8-4FA2-9350-2C7084AE5356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206128" y="2746904"/>
            <a:ext cx="11779744" cy="751785"/>
          </a:xfrm>
        </p:spPr>
        <p:txBody>
          <a:bodyPr>
            <a:noAutofit/>
          </a:bodyPr>
          <a:lstStyle/>
          <a:p>
            <a:pPr lvl="0">
              <a:defRPr/>
            </a:pPr>
            <a:r>
              <a:rPr lang="en-US" sz="4000" dirty="0" err="1">
                <a:solidFill>
                  <a:srgbClr val="07226D"/>
                </a:solidFill>
                <a:latin typeface="Arial"/>
                <a:cs typeface="Arial"/>
              </a:rPr>
              <a:t>Congame</a:t>
            </a:r>
            <a:endParaRPr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6400840" y="4562519"/>
            <a:ext cx="5585032" cy="1655762"/>
          </a:xfrm>
        </p:spPr>
        <p:txBody>
          <a:bodyPr/>
          <a:lstStyle/>
          <a:p>
            <a:pPr>
              <a:defRPr/>
            </a:pPr>
            <a:r>
              <a:rPr lang="ru-RU" sz="2000" b="1" dirty="0">
                <a:solidFill>
                  <a:srgbClr val="07226D"/>
                </a:solidFill>
                <a:latin typeface="Arial"/>
                <a:cs typeface="Arial"/>
              </a:rPr>
              <a:t>Беляев Дмитрий</a:t>
            </a:r>
            <a:endParaRPr dirty="0"/>
          </a:p>
          <a:p>
            <a:pPr>
              <a:defRPr/>
            </a:pPr>
            <a:r>
              <a:rPr lang="ru-RU" sz="2000" b="1" dirty="0">
                <a:solidFill>
                  <a:srgbClr val="07226D"/>
                </a:solidFill>
                <a:latin typeface="Arial"/>
                <a:cs typeface="Arial"/>
              </a:rPr>
              <a:t>Курс: </a:t>
            </a:r>
            <a:r>
              <a:rPr lang="en-US" sz="2000" b="1" dirty="0">
                <a:solidFill>
                  <a:srgbClr val="07226D"/>
                </a:solidFill>
                <a:latin typeface="Arial"/>
                <a:cs typeface="Arial"/>
              </a:rPr>
              <a:t>Python </a:t>
            </a:r>
            <a:r>
              <a:rPr lang="ru-RU" sz="2000" b="1" dirty="0">
                <a:solidFill>
                  <a:srgbClr val="07226D"/>
                </a:solidFill>
                <a:latin typeface="Arial"/>
                <a:cs typeface="Arial"/>
              </a:rPr>
              <a:t>от А до Я</a:t>
            </a:r>
            <a:endParaRPr dirty="0"/>
          </a:p>
          <a:p>
            <a:pPr>
              <a:defRPr/>
            </a:pPr>
            <a:r>
              <a:rPr lang="en-US" sz="2000" b="1" dirty="0" err="1">
                <a:solidFill>
                  <a:srgbClr val="07226D"/>
                </a:solidFill>
                <a:latin typeface="Arial"/>
                <a:cs typeface="Arial"/>
              </a:rPr>
              <a:t>Olimpium</a:t>
            </a:r>
            <a:r>
              <a:rPr lang="ru-RU" sz="2000" b="1" dirty="0">
                <a:solidFill>
                  <a:srgbClr val="07226D"/>
                </a:solidFill>
                <a:latin typeface="Arial"/>
                <a:cs typeface="Arial"/>
              </a:rPr>
              <a:t>, </a:t>
            </a:r>
            <a:r>
              <a:rPr lang="en-US" sz="2000" b="1" dirty="0">
                <a:solidFill>
                  <a:srgbClr val="07226D"/>
                </a:solidFill>
                <a:latin typeface="Arial"/>
                <a:cs typeface="Arial"/>
              </a:rPr>
              <a:t>28.05.26</a:t>
            </a:r>
            <a:endParaRPr lang="ru-RU" dirty="0">
              <a:solidFill>
                <a:srgbClr val="07226D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000" b="1" dirty="0">
                <a:solidFill>
                  <a:srgbClr val="07226D"/>
                </a:solidFill>
                <a:latin typeface="Arial"/>
                <a:cs typeface="Arial"/>
              </a:rPr>
              <a:t>Проблема и актуальность</a:t>
            </a:r>
            <a:endParaRPr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использования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github</a:t>
            </a:r>
            <a:r>
              <a:rPr lang="ru-RU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и 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git </a:t>
            </a:r>
            <a:r>
              <a:rPr lang="ru-RU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для создания проектов на языке программирования 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python</a:t>
            </a:r>
            <a:endParaRPr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2</a:t>
            </a:fld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000" b="1">
                <a:solidFill>
                  <a:srgbClr val="07226D"/>
                </a:solidFill>
                <a:latin typeface="Arial"/>
                <a:cs typeface="Arial"/>
              </a:rPr>
              <a:t>Цель и задачи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ru-RU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использования </a:t>
            </a:r>
            <a:r>
              <a:rPr lang="ru-RU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github</a:t>
            </a:r>
            <a:r>
              <a:rPr lang="ru-RU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и </a:t>
            </a:r>
            <a:r>
              <a:rPr lang="ru-RU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git</a:t>
            </a:r>
            <a:r>
              <a:rPr lang="ru-RU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для создания проектов на языке программирования </a:t>
            </a:r>
            <a:r>
              <a:rPr lang="ru-RU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python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3</a:t>
            </a:fld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000" b="1">
                <a:solidFill>
                  <a:srgbClr val="07226D"/>
                </a:solidFill>
                <a:latin typeface="Arial"/>
                <a:cs typeface="Arial"/>
              </a:rPr>
              <a:t>Краткое описание решения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>
                <a:solidFill>
                  <a:srgbClr val="07226D"/>
                </a:solidFill>
                <a:latin typeface="Arial"/>
                <a:cs typeface="Arial"/>
              </a:rPr>
              <a:t>Что делает программа:</a:t>
            </a:r>
            <a:br>
              <a:rPr lang="ru-RU" dirty="0">
                <a:solidFill>
                  <a:srgbClr val="07226D"/>
                </a:solidFill>
                <a:latin typeface="Arial"/>
                <a:cs typeface="Arial"/>
              </a:rPr>
            </a:br>
            <a:r>
              <a:rPr lang="ru-RU" dirty="0">
                <a:solidFill>
                  <a:srgbClr val="07226D"/>
                </a:solidFill>
                <a:latin typeface="Arial"/>
                <a:cs typeface="Arial"/>
              </a:rPr>
              <a:t>Ожидает ввода от пользователя и выполняет на основе этого действия</a:t>
            </a:r>
            <a:endParaRPr dirty="0"/>
          </a:p>
          <a:p>
            <a:pPr>
              <a:defRPr/>
            </a:pPr>
            <a:r>
              <a:rPr lang="ru-RU" dirty="0">
                <a:solidFill>
                  <a:srgbClr val="07226D"/>
                </a:solidFill>
                <a:latin typeface="Arial"/>
                <a:cs typeface="Arial"/>
              </a:rPr>
              <a:t>На каких данных / с какими пользователями работает:</a:t>
            </a:r>
            <a:br>
              <a:rPr lang="ru-RU" dirty="0">
                <a:solidFill>
                  <a:srgbClr val="07226D"/>
                </a:solidFill>
                <a:latin typeface="Arial"/>
                <a:cs typeface="Arial"/>
              </a:rPr>
            </a:br>
            <a:r>
              <a:rPr lang="ru-RU" dirty="0">
                <a:solidFill>
                  <a:srgbClr val="07226D"/>
                </a:solidFill>
                <a:latin typeface="Arial"/>
                <a:cs typeface="Arial"/>
              </a:rPr>
              <a:t>Ожидает ввода клавиши</a:t>
            </a:r>
            <a:endParaRPr dirty="0"/>
          </a:p>
          <a:p>
            <a:pPr>
              <a:defRPr/>
            </a:pPr>
            <a:r>
              <a:rPr lang="ru-RU" dirty="0">
                <a:solidFill>
                  <a:srgbClr val="07226D"/>
                </a:solidFill>
                <a:latin typeface="Arial"/>
                <a:cs typeface="Arial"/>
              </a:rPr>
              <a:t>Главные функции (списком)</a:t>
            </a:r>
            <a:br>
              <a:rPr lang="ru-RU" dirty="0">
                <a:solidFill>
                  <a:srgbClr val="07226D"/>
                </a:solidFill>
                <a:latin typeface="Arial"/>
                <a:cs typeface="Arial"/>
              </a:rPr>
            </a:br>
            <a:r>
              <a:rPr lang="ru-RU" dirty="0">
                <a:solidFill>
                  <a:srgbClr val="07226D"/>
                </a:solidFill>
                <a:latin typeface="Arial"/>
                <a:cs typeface="Arial"/>
              </a:rPr>
              <a:t>передвижение игрока</a:t>
            </a:r>
            <a:br>
              <a:rPr lang="ru-RU" dirty="0">
                <a:solidFill>
                  <a:srgbClr val="07226D"/>
                </a:solidFill>
                <a:latin typeface="Arial"/>
                <a:cs typeface="Arial"/>
              </a:rPr>
            </a:br>
            <a:r>
              <a:rPr lang="ru-RU" dirty="0">
                <a:solidFill>
                  <a:srgbClr val="07226D"/>
                </a:solidFill>
                <a:latin typeface="Arial"/>
                <a:cs typeface="Arial"/>
              </a:rPr>
              <a:t>толкание камней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4</a:t>
            </a:fld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000" b="1">
                <a:solidFill>
                  <a:srgbClr val="07226D"/>
                </a:solidFill>
                <a:latin typeface="Arial"/>
                <a:cs typeface="Arial"/>
              </a:rPr>
              <a:t>Технологии и инструменты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>
                <a:solidFill>
                  <a:srgbClr val="07226D"/>
                </a:solidFill>
                <a:latin typeface="Arial"/>
                <a:cs typeface="Arial"/>
              </a:rPr>
              <a:t>Python 3</a:t>
            </a:r>
            <a:endParaRPr dirty="0"/>
          </a:p>
          <a:p>
            <a:pPr>
              <a:defRPr/>
            </a:pPr>
            <a:r>
              <a:rPr lang="ru-RU" dirty="0">
                <a:solidFill>
                  <a:srgbClr val="07226D"/>
                </a:solidFill>
                <a:latin typeface="Arial"/>
                <a:cs typeface="Arial"/>
              </a:rPr>
              <a:t>Библиотеки </a:t>
            </a:r>
            <a:r>
              <a:rPr lang="en-US" dirty="0">
                <a:solidFill>
                  <a:srgbClr val="07226D"/>
                </a:solidFill>
                <a:latin typeface="Arial"/>
                <a:cs typeface="Arial"/>
              </a:rPr>
              <a:t>json, sys, </a:t>
            </a:r>
            <a:r>
              <a:rPr lang="en-US" dirty="0" err="1">
                <a:solidFill>
                  <a:srgbClr val="07226D"/>
                </a:solidFill>
                <a:latin typeface="Arial"/>
                <a:cs typeface="Arial"/>
              </a:rPr>
              <a:t>colorama</a:t>
            </a:r>
            <a:r>
              <a:rPr lang="en-US" dirty="0">
                <a:solidFill>
                  <a:srgbClr val="07226D"/>
                </a:solidFill>
                <a:latin typeface="Arial"/>
                <a:cs typeface="Arial"/>
              </a:rPr>
              <a:t>, time, keyboard, random, copy</a:t>
            </a:r>
            <a:endParaRPr dirty="0"/>
          </a:p>
          <a:p>
            <a:pPr>
              <a:defRPr/>
            </a:pPr>
            <a:r>
              <a:rPr lang="ru-RU" dirty="0">
                <a:solidFill>
                  <a:srgbClr val="07226D"/>
                </a:solidFill>
                <a:latin typeface="Arial"/>
                <a:cs typeface="Arial"/>
              </a:rPr>
              <a:t>Среда разработки</a:t>
            </a:r>
            <a:r>
              <a:rPr lang="en-US" dirty="0">
                <a:solidFill>
                  <a:srgbClr val="07226D"/>
                </a:solidFill>
                <a:latin typeface="Arial"/>
                <a:cs typeface="Arial"/>
              </a:rPr>
              <a:t> Notepad++, git</a:t>
            </a:r>
            <a:endParaRPr dirty="0"/>
          </a:p>
          <a:p>
            <a:pPr>
              <a:defRPr/>
            </a:pPr>
            <a:r>
              <a:rPr lang="ru-RU" dirty="0">
                <a:solidFill>
                  <a:srgbClr val="07226D"/>
                </a:solidFill>
                <a:latin typeface="Arial"/>
                <a:cs typeface="Arial"/>
              </a:rPr>
              <a:t>Формат хранения данных </a:t>
            </a:r>
            <a:r>
              <a:rPr lang="en-US" dirty="0">
                <a:solidFill>
                  <a:srgbClr val="07226D"/>
                </a:solidFill>
                <a:latin typeface="Arial"/>
                <a:cs typeface="Arial"/>
              </a:rPr>
              <a:t>.</a:t>
            </a:r>
            <a:r>
              <a:rPr lang="en-US" dirty="0" err="1">
                <a:solidFill>
                  <a:srgbClr val="07226D"/>
                </a:solidFill>
                <a:latin typeface="Arial"/>
                <a:cs typeface="Arial"/>
              </a:rPr>
              <a:t>py</a:t>
            </a:r>
            <a:r>
              <a:rPr lang="en-US" dirty="0">
                <a:solidFill>
                  <a:srgbClr val="07226D"/>
                </a:solidFill>
                <a:latin typeface="Arial"/>
                <a:cs typeface="Arial"/>
              </a:rPr>
              <a:t> ; .json</a:t>
            </a:r>
            <a:endParaRPr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5</a:t>
            </a:fld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000" b="1">
                <a:solidFill>
                  <a:srgbClr val="07226D"/>
                </a:solidFill>
                <a:latin typeface="Arial"/>
                <a:cs typeface="Arial"/>
              </a:rPr>
              <a:t>Алгоритм / структура кода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>
                <a:solidFill>
                  <a:srgbClr val="07226D"/>
                </a:solidFill>
                <a:latin typeface="Arial"/>
                <a:cs typeface="Arial"/>
              </a:rPr>
              <a:t>Схема или перечень модулей / функций</a:t>
            </a:r>
            <a:endParaRPr/>
          </a:p>
          <a:p>
            <a:pPr>
              <a:defRPr/>
            </a:pPr>
            <a:r>
              <a:rPr lang="ru-RU">
                <a:solidFill>
                  <a:srgbClr val="07226D"/>
                </a:solidFill>
                <a:latin typeface="Arial"/>
                <a:cs typeface="Arial"/>
              </a:rPr>
              <a:t>Логика работы поэтапно (в 3–4 шага)</a:t>
            </a:r>
            <a:endParaRPr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6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74AB696-87CB-4AB1-AC09-BE1A4845BBC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73" r="17636" b="25091"/>
          <a:stretch/>
        </p:blipFill>
        <p:spPr>
          <a:xfrm>
            <a:off x="838200" y="1432661"/>
            <a:ext cx="7265325" cy="51372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000" b="1" dirty="0">
                <a:solidFill>
                  <a:srgbClr val="07226D"/>
                </a:solidFill>
                <a:latin typeface="Arial"/>
                <a:cs typeface="Arial"/>
              </a:rPr>
              <a:t>Демонстрация программы</a:t>
            </a:r>
            <a:endParaRPr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>
                <a:solidFill>
                  <a:srgbClr val="07226D"/>
                </a:solidFill>
                <a:latin typeface="Arial"/>
                <a:cs typeface="Arial"/>
              </a:rPr>
              <a:t>Скриншот (или GIF) запуска</a:t>
            </a:r>
            <a:endParaRPr lang="en-US" dirty="0">
              <a:solidFill>
                <a:srgbClr val="07226D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 marL="0" indent="0">
              <a:buNone/>
              <a:defRPr/>
            </a:pPr>
            <a:endParaRPr lang="en-US" dirty="0"/>
          </a:p>
          <a:p>
            <a:pPr marL="0" indent="0">
              <a:buNone/>
              <a:defRPr/>
            </a:pPr>
            <a:r>
              <a:rPr lang="ru-RU" dirty="0">
                <a:solidFill>
                  <a:srgbClr val="07226D"/>
                </a:solidFill>
                <a:latin typeface="Arial"/>
                <a:cs typeface="Arial"/>
              </a:rPr>
              <a:t>Короткий комментарий: </a:t>
            </a:r>
            <a:br>
              <a:rPr lang="en-US" dirty="0">
                <a:solidFill>
                  <a:srgbClr val="07226D"/>
                </a:solidFill>
                <a:latin typeface="Arial"/>
                <a:cs typeface="Arial"/>
              </a:rPr>
            </a:br>
            <a:r>
              <a:rPr lang="ru-RU" dirty="0">
                <a:solidFill>
                  <a:srgbClr val="07226D"/>
                </a:solidFill>
                <a:latin typeface="Arial"/>
                <a:cs typeface="Arial"/>
              </a:rPr>
              <a:t>слева меню, справа окно игры</a:t>
            </a:r>
            <a:endParaRPr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7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DA2ECED-A16B-483F-8060-3BB60F39D5D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4" t="5702" r="92678" b="85250"/>
          <a:stretch/>
        </p:blipFill>
        <p:spPr>
          <a:xfrm>
            <a:off x="838200" y="2268262"/>
            <a:ext cx="2585357" cy="232147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BB109DD-80B9-418D-BE37-B23321A9210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3" t="5324" r="84732" b="69541"/>
          <a:stretch/>
        </p:blipFill>
        <p:spPr>
          <a:xfrm>
            <a:off x="3423557" y="2277544"/>
            <a:ext cx="2275114" cy="23318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000" b="1">
                <a:solidFill>
                  <a:srgbClr val="07226D"/>
                </a:solidFill>
                <a:latin typeface="Arial"/>
                <a:cs typeface="Arial"/>
              </a:rPr>
              <a:t>Тестовые примеры и результаты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>
                <a:solidFill>
                  <a:srgbClr val="07226D"/>
                </a:solidFill>
                <a:latin typeface="Arial"/>
                <a:cs typeface="Arial"/>
              </a:rPr>
              <a:t>Таблица: </a:t>
            </a:r>
          </a:p>
          <a:p>
            <a:pPr>
              <a:defRPr/>
            </a:pPr>
            <a:endParaRPr lang="ru-RU" dirty="0">
              <a:solidFill>
                <a:srgbClr val="07226D"/>
              </a:solidFill>
              <a:latin typeface="Arial"/>
              <a:cs typeface="Arial"/>
            </a:endParaRPr>
          </a:p>
          <a:p>
            <a:pPr>
              <a:defRPr/>
            </a:pPr>
            <a:endParaRPr lang="ru-RU" dirty="0">
              <a:solidFill>
                <a:srgbClr val="07226D"/>
              </a:solidFill>
              <a:latin typeface="Arial"/>
              <a:cs typeface="Arial"/>
            </a:endParaRPr>
          </a:p>
          <a:p>
            <a:pPr>
              <a:defRPr/>
            </a:pPr>
            <a:endParaRPr lang="ru-RU" dirty="0">
              <a:solidFill>
                <a:srgbClr val="07226D"/>
              </a:solidFill>
              <a:latin typeface="Arial"/>
              <a:cs typeface="Arial"/>
            </a:endParaRPr>
          </a:p>
          <a:p>
            <a:pPr>
              <a:defRPr/>
            </a:pPr>
            <a:br>
              <a:rPr lang="ru-RU" dirty="0">
                <a:solidFill>
                  <a:srgbClr val="07226D"/>
                </a:solidFill>
                <a:latin typeface="Arial"/>
                <a:cs typeface="Arial"/>
              </a:rPr>
            </a:br>
            <a:endParaRPr lang="ru-RU" dirty="0">
              <a:solidFill>
                <a:srgbClr val="07226D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dirty="0">
                <a:solidFill>
                  <a:srgbClr val="07226D"/>
                </a:solidFill>
                <a:latin typeface="Arial"/>
                <a:cs typeface="Arial"/>
              </a:rPr>
              <a:t>Все тесты пройдены</a:t>
            </a:r>
            <a:endParaRPr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8</a:t>
            </a:fld>
            <a:endParaRPr lang="ru-RU"/>
          </a:p>
        </p:txBody>
      </p:sp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00FE2489-2AC4-4697-9E31-1A46091E67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9880289"/>
              </p:ext>
            </p:extLst>
          </p:nvPr>
        </p:nvGraphicFramePr>
        <p:xfrm>
          <a:off x="838200" y="2415200"/>
          <a:ext cx="8127999" cy="229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51344595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06612584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357239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ввод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ожидание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результат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3928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wasd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движение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движение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2108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Wasd</a:t>
                      </a:r>
                      <a:r>
                        <a:rPr lang="en-US" dirty="0"/>
                        <a:t> </a:t>
                      </a:r>
                      <a:r>
                        <a:rPr lang="ru-RU" dirty="0"/>
                        <a:t>в «●»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Движение + толкание камня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движение + толкание камня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9988429"/>
                  </a:ext>
                </a:extLst>
              </a:tr>
              <a:tr h="378437">
                <a:tc>
                  <a:txBody>
                    <a:bodyPr/>
                    <a:lstStyle/>
                    <a:p>
                      <a:r>
                        <a:rPr lang="ru-RU" dirty="0"/>
                        <a:t>Столкновение с «!»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Победный экран\следующий уровень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/>
                        <a:t>выход\</a:t>
                      </a:r>
                      <a:r>
                        <a:rPr lang="ru-RU" dirty="0"/>
                        <a:t>следующий уровень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219165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000" b="1">
                <a:solidFill>
                  <a:srgbClr val="07226D"/>
                </a:solidFill>
                <a:latin typeface="Arial"/>
                <a:cs typeface="Arial"/>
              </a:rPr>
              <a:t>Сложности и пути решения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>
                <a:solidFill>
                  <a:srgbClr val="07226D"/>
                </a:solidFill>
                <a:latin typeface="Arial"/>
                <a:cs typeface="Arial"/>
              </a:rPr>
              <a:t>2–3 трудности, с которыми столкнулись:</a:t>
            </a:r>
            <a:br>
              <a:rPr lang="ru-RU" dirty="0">
                <a:solidFill>
                  <a:srgbClr val="07226D"/>
                </a:solidFill>
                <a:latin typeface="Arial"/>
                <a:cs typeface="Arial"/>
              </a:rPr>
            </a:br>
            <a:r>
              <a:rPr lang="ru-RU" dirty="0">
                <a:solidFill>
                  <a:srgbClr val="07226D"/>
                </a:solidFill>
                <a:latin typeface="Arial"/>
                <a:cs typeface="Arial"/>
              </a:rPr>
              <a:t>много проблем с отрисовкой</a:t>
            </a:r>
            <a:endParaRPr dirty="0"/>
          </a:p>
          <a:p>
            <a:pPr>
              <a:defRPr/>
            </a:pPr>
            <a:r>
              <a:rPr lang="ru-RU" dirty="0">
                <a:solidFill>
                  <a:srgbClr val="07226D"/>
                </a:solidFill>
                <a:latin typeface="Arial"/>
                <a:cs typeface="Arial"/>
              </a:rPr>
              <a:t>Как их преодолели (поиск в документации, смена алгоритма и т.д.)</a:t>
            </a:r>
          </a:p>
          <a:p>
            <a:pPr>
              <a:defRPr/>
            </a:pPr>
            <a:r>
              <a:rPr lang="ru-RU" dirty="0">
                <a:solidFill>
                  <a:srgbClr val="07226D"/>
                </a:solidFill>
                <a:latin typeface="Arial"/>
                <a:cs typeface="Arial"/>
              </a:rPr>
              <a:t>Починил их</a:t>
            </a:r>
            <a:endParaRPr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9</a:t>
            </a:fld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000" b="1">
                <a:solidFill>
                  <a:srgbClr val="07226D"/>
                </a:solidFill>
                <a:latin typeface="Arial"/>
                <a:cs typeface="Arial"/>
              </a:rPr>
              <a:t>Итоги и ожидаемая польза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>
                <a:solidFill>
                  <a:srgbClr val="07226D"/>
                </a:solidFill>
                <a:latin typeface="Arial"/>
                <a:cs typeface="Arial"/>
              </a:rPr>
              <a:t>Что получилось:</a:t>
            </a:r>
          </a:p>
          <a:p>
            <a:pPr>
              <a:defRPr/>
            </a:pPr>
            <a:r>
              <a:rPr lang="ru-RU" dirty="0">
                <a:solidFill>
                  <a:srgbClr val="07226D"/>
                </a:solidFill>
                <a:latin typeface="Arial"/>
                <a:cs typeface="Arial"/>
              </a:rPr>
              <a:t>2д Игра с видом сверху имеющая базовый функционал</a:t>
            </a:r>
          </a:p>
          <a:p>
            <a:pPr>
              <a:defRPr/>
            </a:pPr>
            <a:r>
              <a:rPr lang="ru-RU" dirty="0">
                <a:solidFill>
                  <a:srgbClr val="07226D"/>
                </a:solidFill>
                <a:latin typeface="Arial"/>
                <a:cs typeface="Arial"/>
              </a:rPr>
              <a:t>Кому и как можно применять программу:</a:t>
            </a:r>
          </a:p>
          <a:p>
            <a:pPr>
              <a:defRPr/>
            </a:pPr>
            <a:r>
              <a:rPr lang="ru-RU" dirty="0">
                <a:solidFill>
                  <a:srgbClr val="07226D"/>
                </a:solidFill>
                <a:latin typeface="Arial"/>
                <a:cs typeface="Arial"/>
              </a:rPr>
              <a:t>?</a:t>
            </a:r>
            <a:endParaRPr dirty="0"/>
          </a:p>
          <a:p>
            <a:pPr>
              <a:defRPr/>
            </a:pPr>
            <a:r>
              <a:rPr lang="ru-RU" dirty="0">
                <a:solidFill>
                  <a:srgbClr val="07226D"/>
                </a:solidFill>
                <a:latin typeface="Arial"/>
                <a:cs typeface="Arial"/>
              </a:rPr>
              <a:t>Возможные улучшения в будущем</a:t>
            </a:r>
          </a:p>
          <a:p>
            <a:pPr>
              <a:defRPr/>
            </a:pPr>
            <a:r>
              <a:rPr lang="ru-RU" dirty="0">
                <a:solidFill>
                  <a:srgbClr val="07226D"/>
                </a:solidFill>
                <a:latin typeface="Arial"/>
                <a:cs typeface="Arial"/>
              </a:rPr>
              <a:t>Добавление системы кнопок и активации.</a:t>
            </a:r>
            <a:endParaRPr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10</a:t>
            </a:fld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000" b="1">
                <a:solidFill>
                  <a:srgbClr val="07226D"/>
                </a:solidFill>
                <a:latin typeface="Arial"/>
                <a:cs typeface="Arial"/>
              </a:rPr>
              <a:t>Благодарности и вопросы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>
                <a:solidFill>
                  <a:srgbClr val="07226D"/>
                </a:solidFill>
                <a:latin typeface="Arial"/>
                <a:cs typeface="Arial"/>
              </a:rPr>
              <a:t>Спасибо за внимание</a:t>
            </a:r>
            <a:endParaRPr dirty="0"/>
          </a:p>
          <a:p>
            <a:pPr>
              <a:defRPr/>
            </a:pPr>
            <a:r>
              <a:rPr lang="ru-RU" dirty="0">
                <a:solidFill>
                  <a:srgbClr val="07226D"/>
                </a:solidFill>
                <a:latin typeface="Arial"/>
                <a:cs typeface="Arial"/>
              </a:rPr>
              <a:t>Контакты </a:t>
            </a:r>
            <a:r>
              <a:rPr lang="en-US" dirty="0">
                <a:solidFill>
                  <a:srgbClr val="07226D"/>
                </a:solidFill>
                <a:latin typeface="Arial"/>
                <a:cs typeface="Arial"/>
              </a:rPr>
              <a:t>belaevd201103@gmail.com</a:t>
            </a:r>
            <a:endParaRPr dirty="0"/>
          </a:p>
          <a:p>
            <a:pPr>
              <a:defRPr/>
            </a:pPr>
            <a:r>
              <a:rPr lang="ru-RU" dirty="0">
                <a:solidFill>
                  <a:srgbClr val="07226D"/>
                </a:solidFill>
                <a:latin typeface="Arial"/>
                <a:cs typeface="Arial"/>
              </a:rPr>
              <a:t>Приглашение задать вопросы</a:t>
            </a:r>
            <a:endParaRPr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D57A2A-95A8-4FA2-9350-2C7084AE5356}" type="slidenum">
              <a:rPr lang="ru-RU"/>
              <a:t>11</a:t>
            </a:fld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Words>283</Words>
  <Application>Microsoft Office PowerPoint</Application>
  <DocSecurity>0</DocSecurity>
  <PresentationFormat>Широкоэкранный</PresentationFormat>
  <Paragraphs>72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Тема Office</vt:lpstr>
      <vt:lpstr>Congame</vt:lpstr>
      <vt:lpstr>Проблема и актуальность</vt:lpstr>
      <vt:lpstr>Цель и задачи</vt:lpstr>
      <vt:lpstr>Краткое описание решения</vt:lpstr>
      <vt:lpstr>Технологии и инструменты</vt:lpstr>
      <vt:lpstr>Алгоритм / структура кода</vt:lpstr>
      <vt:lpstr>Демонстрация программы</vt:lpstr>
      <vt:lpstr>Тестовые примеры и результаты</vt:lpstr>
      <vt:lpstr>Сложности и пути решения</vt:lpstr>
      <vt:lpstr>Итоги и ожидаемая польза</vt:lpstr>
      <vt:lpstr>Благодарности и вопросы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Ксения</dc:creator>
  <cp:keywords/>
  <dc:description/>
  <cp:lastModifiedBy>Дмитрий</cp:lastModifiedBy>
  <cp:revision>117</cp:revision>
  <dcterms:created xsi:type="dcterms:W3CDTF">2022-02-13T20:20:25Z</dcterms:created>
  <dcterms:modified xsi:type="dcterms:W3CDTF">2026-06-03T15:39:02Z</dcterms:modified>
  <cp:category/>
  <dc:identifier/>
  <cp:contentStatus/>
  <dc:language/>
  <cp:version/>
</cp:coreProperties>
</file>