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45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B618E28-0D5E-47D8-9C2C-0A8A26D7B4DF}" type="datetime1">
              <a:rPr lang="ru-RU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63329" y="209006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7286" y="118525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99722" y="279206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22484" y="209006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68329" y="209006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0FC2D7C-BD08-4E8D-81FB-B7126A57FEF9}" type="datetime1">
              <a:rPr lang="ru-RU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E8F45C-D6FB-4947-BAB5-C8D126959F27}" type="datetime1">
              <a:rPr lang="ru-RU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66AEFB2-ACA5-4A72-AAC1-C6F952E6C104}" type="datetime1">
              <a:rPr lang="ru-RU"/>
              <a:t>28.05.2026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4B9A982-5645-43B9-84A1-905FB65FDC9E}" type="datetime1">
              <a:rPr lang="ru-RU"/>
              <a:t>28.05.2026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B351DB-CC90-4EF1-B727-81968AB6A722}" type="datetime1">
              <a:rPr lang="ru-RU"/>
              <a:t>28.05.2026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1A031DB-D346-4986-93C2-BC1ADF970FE5}" type="datetime1">
              <a:rPr lang="ru-RU"/>
              <a:t>28.05.2026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DBCAF6-18F4-4F9C-9CCF-3E506739B393}" type="datetime1">
              <a:rPr lang="ru-RU"/>
              <a:t>28.05.2026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44A2D6C-751F-4902-A10B-6D1BB14184D8}" type="datetime1">
              <a:rPr lang="ru-RU"/>
              <a:t>28.05.2026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199DC5-DB7C-4D8D-9C1C-B3627CE70E71}" type="datetime1">
              <a:rPr lang="ru-RU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93288B-1062-4A24-AFE1-BDB914941150}" type="datetime1">
              <a:rPr lang="ru-RU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560E26F-59BD-4CE3-9E55-A0DE13F72C05}" type="datetime1">
              <a:rPr lang="ru-RU"/>
              <a:t>28.05.2026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206128" y="2746904"/>
            <a:ext cx="11779744" cy="751785"/>
          </a:xfrm>
        </p:spPr>
        <p:txBody>
          <a:bodyPr>
            <a:noAutofit/>
          </a:bodyPr>
          <a:lstStyle/>
          <a:p>
            <a:pPr lvl="0">
              <a:defRPr/>
            </a:pPr>
            <a:r>
              <a:rPr lang="en-US" sz="4000" dirty="0" err="1">
                <a:solidFill>
                  <a:srgbClr val="07226D"/>
                </a:solidFill>
                <a:latin typeface="Arial"/>
                <a:cs typeface="Arial"/>
              </a:rPr>
              <a:t>Congame</a:t>
            </a:r>
            <a:endParaRPr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6400840" y="4562519"/>
            <a:ext cx="5585032" cy="1655762"/>
          </a:xfrm>
        </p:spPr>
        <p:txBody>
          <a:bodyPr/>
          <a:lstStyle/>
          <a:p>
            <a:pPr>
              <a:defRPr/>
            </a:pP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Беляев Дмитрий</a:t>
            </a:r>
            <a:endParaRPr dirty="0"/>
          </a:p>
          <a:p>
            <a:pPr>
              <a:defRPr/>
            </a:pP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Курс: </a:t>
            </a:r>
            <a:r>
              <a:rPr lang="en-US" sz="2000" b="1" dirty="0">
                <a:solidFill>
                  <a:srgbClr val="07226D"/>
                </a:solidFill>
                <a:latin typeface="Arial"/>
                <a:cs typeface="Arial"/>
              </a:rPr>
              <a:t>Python </a:t>
            </a: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от А до Я</a:t>
            </a:r>
            <a:endParaRPr dirty="0"/>
          </a:p>
          <a:p>
            <a:pPr>
              <a:defRPr/>
            </a:pPr>
            <a:r>
              <a:rPr lang="en-US" sz="2000" b="1" dirty="0" err="1">
                <a:solidFill>
                  <a:srgbClr val="07226D"/>
                </a:solidFill>
                <a:latin typeface="Arial"/>
                <a:cs typeface="Arial"/>
              </a:rPr>
              <a:t>Olimpium</a:t>
            </a: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, </a:t>
            </a:r>
            <a:r>
              <a:rPr lang="en-US" sz="2000" b="1" dirty="0">
                <a:solidFill>
                  <a:srgbClr val="07226D"/>
                </a:solidFill>
                <a:latin typeface="Arial"/>
                <a:cs typeface="Arial"/>
              </a:rPr>
              <a:t>28.05.26</a:t>
            </a: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 dirty="0">
                <a:solidFill>
                  <a:srgbClr val="07226D"/>
                </a:solidFill>
                <a:latin typeface="Arial"/>
                <a:cs typeface="Arial"/>
              </a:rPr>
              <a:t>Проблема и актуальность</a:t>
            </a:r>
            <a:endParaRPr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использования </a:t>
            </a:r>
            <a:r>
              <a:rPr lang="en-US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github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и </a:t>
            </a:r>
            <a:r>
              <a:rPr lang="en-US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 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для создания проектов на языке программирования </a:t>
            </a:r>
            <a:r>
              <a:rPr lang="en-US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python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Цель и задачи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использования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github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и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для создания проектов на языке программирования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python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Краткое описание решения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Что делает программа: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Ожидает ввода от пользователя и выполняет на основе этого действия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На каких данных / с какими пользователями работает: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Ожидает ввода клавиши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Главные функции (списком)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передвижение игрока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толкание камней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Технологии и инструменты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Python 3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Библиотеки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json, sys, </a:t>
            </a:r>
            <a:r>
              <a:rPr lang="en-US" dirty="0" err="1">
                <a:solidFill>
                  <a:srgbClr val="07226D"/>
                </a:solidFill>
                <a:latin typeface="Arial"/>
                <a:cs typeface="Arial"/>
              </a:rPr>
              <a:t>colorama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, time, keyboard, random, copy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Среда разработки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 Notepad++, git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Формат хранения данных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.</a:t>
            </a:r>
            <a:r>
              <a:rPr lang="en-US" dirty="0" err="1">
                <a:solidFill>
                  <a:srgbClr val="07226D"/>
                </a:solidFill>
                <a:latin typeface="Arial"/>
                <a:cs typeface="Arial"/>
              </a:rPr>
              <a:t>py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 ; .json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Алгоритм / структура кода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Схема или перечень модулей / функций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Логика работы поэтапно (в 3–4 шага)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6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74AB696-87CB-4AB1-AC09-BE1A4845BBC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3" r="17636" b="25091"/>
          <a:stretch/>
        </p:blipFill>
        <p:spPr>
          <a:xfrm>
            <a:off x="838200" y="1432661"/>
            <a:ext cx="7265325" cy="51372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Демонстрация программы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Скриншот (или GIF) запуска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Ключевой экран/вывод результата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Короткий комментарий: «На вводе …, на выводе …»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7</a:t>
            </a:fld>
            <a:endParaRPr lang="ru-R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Тестовые примеры и результаты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Таблица: входные данные → ожидаемый / фактический результат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Указать, что все тесты пройдены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8</a:t>
            </a:fld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Сложности и пути решения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2–3 трудности, с которыми столкнулись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Как их преодолели (поиск в документации, смена алгоритма и т.д.)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Итоги и ожидаемая польза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Что получилось (измеримый результат)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Кому и как можно применять программу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Возможные улучшения в будущем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Благодарности и вопросы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Спасибо за внимание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Контакты автора (эл. почта)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Приглашение задать вопросы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11</a:t>
            </a:fld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Words>246</Words>
  <Application>Microsoft Office PowerPoint</Application>
  <DocSecurity>0</DocSecurity>
  <PresentationFormat>Широкоэкранный</PresentationFormat>
  <Paragraphs>48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Congame</vt:lpstr>
      <vt:lpstr>Проблема и актуальность</vt:lpstr>
      <vt:lpstr>Цель и задачи</vt:lpstr>
      <vt:lpstr>Краткое описание решения</vt:lpstr>
      <vt:lpstr>Технологии и инструменты</vt:lpstr>
      <vt:lpstr>Алгоритм / структура кода</vt:lpstr>
      <vt:lpstr>Демонстрация программы</vt:lpstr>
      <vt:lpstr>Тестовые примеры и результаты</vt:lpstr>
      <vt:lpstr>Сложности и пути решения</vt:lpstr>
      <vt:lpstr>Итоги и ожидаемая польза</vt:lpstr>
      <vt:lpstr>Благодарности и вопросы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Ксения</dc:creator>
  <cp:keywords/>
  <dc:description/>
  <cp:lastModifiedBy>Дмитрий</cp:lastModifiedBy>
  <cp:revision>108</cp:revision>
  <dcterms:created xsi:type="dcterms:W3CDTF">2022-02-13T20:20:25Z</dcterms:created>
  <dcterms:modified xsi:type="dcterms:W3CDTF">2026-05-28T15:13:13Z</dcterms:modified>
  <cp:category/>
  <dc:identifier/>
  <cp:contentStatus/>
  <dc:language/>
  <cp:version/>
</cp:coreProperties>
</file>